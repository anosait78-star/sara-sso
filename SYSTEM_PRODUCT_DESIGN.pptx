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</p:sldIdLst>
  <p:notesMasterIdLst>
    <p:notesMasterId r:id="rId7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لمقدمة" id="{cd7b0c0d-4b6a-0345-74d1-856ff5383c8b}">
          <p14:sldIdLst>
            <p14:sldId id="256"/>
            <p14:sldId id="257"/>
          </p14:sldIdLst>
        </p14:section>
        <p14:section name="01 التحليل" id="{9edc8cf1-a4cf-427c-0503-13a564b3f144}">
          <p14:sldIdLst>
            <p14:sldId id="258"/>
            <p14:sldId id="259"/>
            <p14:sldId id="260"/>
            <p14:sldId id="261"/>
          </p14:sldIdLst>
        </p14:section>
        <p14:section name="02 المعمارية" id="{06b44e37-0a5c-f3e5-c454-88e21df406e9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03 نظام التصميم" id="{dff73cd9-3e62-4703-529b-1463230acb6f}">
          <p14:sldIdLst>
            <p14:sldId id="273"/>
            <p14:sldId id="274"/>
            <p14:sldId id="275"/>
          </p14:sldIdLst>
        </p14:section>
        <p14:section name="04 الإدارة Desktop" id="{5a9812e6-0ae9-04a6-9ca7-adc992aec272}">
          <p14:sldIdLst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</p14:sldIdLst>
        </p14:section>
        <p14:section name="05 Tablet و Mobile" id="{a07a3b0d-dd1f-0398-fe0c-35048aa24e97}">
          <p14:sldIdLst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</p14:sldIdLst>
        </p14:section>
        <p14:section name="06 تطبيق العميل" id="{0f5a5849-25e0-f5db-785f-51b8bcfd8baa}">
          <p14:sldIdLst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</p14:sldIdLst>
        </p14:section>
        <p14:section name="07 التنفيذ" id="{0aa39b38-e705-7cf1-2650-b08b3ac69aa1}">
          <p14:sldIdLst>
            <p14:sldId id="322"/>
            <p14:sldId id="323"/>
            <p14:sldId id="324"/>
            <p14:sldId id="325"/>
            <p14:sldId id="326"/>
            <p14:sldId id="327"/>
            <p14:sldId id="32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notesMaster" Target="notesMasters/notesMaster1.xml"/><Relationship Id="rId76" Type="http://schemas.openxmlformats.org/officeDocument/2006/relationships/presProps" Target="presProps.xml"/><Relationship Id="rId77" Type="http://schemas.openxmlformats.org/officeDocument/2006/relationships/viewProps" Target="viewProps.xml"/><Relationship Id="rId78" Type="http://schemas.openxmlformats.org/officeDocument/2006/relationships/theme" Target="theme/theme1.xml"/><Relationship Id="rId7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
غلاف العرض. نظام إدارة SSO — Sara Soliman.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التحليل
ماذا وجدنا في المشروع، وما الذي تحتاجه المتطلبات قبل أي سطر كود.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Audit
المشروع فارغ عدا logo.jpg. الألوان مستخرجة من عينات البكسل.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Executive Summary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Conflicts
التفاصيل في القسم 26 من PROJECT_PLAN.md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المعمارية
Backend واحد على Supabase يخدم واجهتين، ومحرك خدمات ديناميكي في قلب قاعدة البيانات.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Supabase map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Information Architecture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Workflow Engine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Versioning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ERD core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ERD modules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Permissions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pipeline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Documents &amp; Notifications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نظام التصميم
مستخرج من الـLogo: كحلي مؤسسي، أزرق ملكي للإجراءات، وسماوي للتمييز. عربي أولًا ومتجاوب على كل الأحجام.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tokens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Components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Admin Desktop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تسجيل الدخول
دخول آمن للموظفين فقط بحسابات تُنشأ بدعوة من الإدارة.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لوحة التحكم
إجابة سؤال "ماذا أفعل اليوم؟" مع مؤشرات الأداء الأساسية — المحتوى يتغير حسب الدور والصلاحية.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قائمة العملاء
إيجاد أي عميل بسرعة وإدارة العملاء جماعيًا.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ملف العميل 360°
كل ما يخص العميل في صفحة واحدة: البيانات، الطلبات، المستندات، المدفوعات، المهام، والتاريخ الكامل.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حساب العميل في التطبيق
استعادة كلمة السر تتم من الإدارة فقط: الموظف المخول يتحقق من هوية العميل ثم يعيد التعيين بكلمة سر مؤقتة.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العملاء المحتملون
إدارة مسار البيع بصريًا وعدم ترك أي Lead بلا متابعة.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تفاصيل العميل المحتمل
تسجيل كل تواصل وتحديد الخطوة التالية، ثم التحويل لعميل بنقرة.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كتالوج الخدمات
إدارة كل الخدمات كبيانات: إنشاء، تفعيل/إيقاف، ومعرفة إصدار الـWorkflow الحالي.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تفاصيل الخدمة
تهيئة بيانات الخدمة وسعرها وظهورها، ومتابعة إصداراتها.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Workflow Builder
بناء مسار الخدمة بصريًا بدون كود: إضافة وحذف وتعديل وإعادة ترتيب الخطوات، كل ذلك في مسودة آمنة.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Workflow Builder
تحديد ما يُطلب من العميل في كل خطوة: حقول ديناميكية بأنواعها، ومستندات من الكتالوج.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Workflow Builder
إعادة الترتيب بالسحب والإفلات، ثم النشر بعد مراجعة الفروقات وأثرها على الطلبات.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تفاصيل طلب الخدمة
إدارة طلب واحد من البداية للنهاية: الخطوة الحالية وما ينقصها، المستندات، البيانات، والتاريخ.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مسار الطلب
رؤية المسار الفعلي لطلب بعينه — المحفوظ من الإصدار الذي بدأ عليه — مع الأداء مقابل الـSLA.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إدارة المستندات
مراجعة سريعة للمستندات المرفوعة: معاينة، قبول، أو رفض بسبب إلزامي يصل للعميل فورًا.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إدارة المهام
كل عمل الموظف في مكان واحد: مهام يدوية، متابعات، تذكيرات، ومهام تلقائية من الـWorkflow.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التسويق العقاري
مخزون العقارات مع البحث بالمواصفات ومعرفة الاهتمام بكل عقار.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تفاصيل العقار
كل ما يخص العقار: الصور، السعر، المواصفات، المالك، المهتمون، والمعاينات.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التأمين
الشركة وسيط لتخليص الأوراق وليست جهة تأمين: تتابع وثائق عملائها الصادرة من شركات التأمين وتذكّرهم بالتجديد.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وثيقة التأمين
تفاصيل الوثيقة كما أصدرتها شركة التأمين، ودورة تجديدها — الشركة تجهز الأوراق وتتابع فقط.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تأسيس الشركات
ملف موحد للشركة يجمع بياناتها وشركاءها وكل إجراءاتها الحكومية عبر الزمن.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القروض التجارية
الشركة ليست جهة إقراض: تجهز ملف التمويل وتقدمه لجهات التمويل وتتابع قرار كل جهة.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المدفوعات
تسجيل الدفعات ومعرفة المستحق والمتأخر لكل طلب وعميل.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التقارير
تقارير جاهزة بفلاتر الفترة وخط الأعمال، تحترم صلاحيات المستخدم (Scope).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الموظفون
إدارة الفريق: الأقسام والأدوار والحالة والحمل الحالي لكل موظف.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الأدوار والصلاحيات
إنشاء أي دور وتحديد صلاحياته على مستوى الوحدة والإجراء والنطاق — دون كود.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مركز الإشعارات
كل ما يحتاج انتباه الموظف في مكان واحد، مع التحكم في القنوات والقوالب.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الإعدادات
كل القيم التي تتغير بدون كود: بيانات الشركة، الترقيم، أيام العمل، التذكيرات، والقوائم المرجعية.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Responsive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Responsive 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screen 3 sizes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لوحة التحكم — Tablet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العملاء والطلب — Tablet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Workflow Builder — Tablet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الإدارة على الموبايل (1)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الإدارة على الموبايل (2)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الإدارة على الموبايل (3)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Client App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قلب تجربة العميل
ثلاث شاشات تختصر قيمة التطبيق: ما المطلوب مني الآن، أين وصل طلبي خطوة بخطوة، ولماذا رُفض مستندي وكيف أصلحه.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التسجيل والدخول
تسجيل ذاتي ببيانات البطاقة، ودخول برقم الهاتف وكلمة السر، واستعادة كلمة السر عن طريق الشركة فقط.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طلب خدمة
اختيار خدمة وتقديم طلبها في دقائق — الحقول والمستندات تأتي ديناميكيًا من إعداد الخدمة في الإدارة.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متابعة الطلب والمستندات
كل ما يخص الطلب في شاشة، وقائمة مستندات واضحة بالحالة، ورفع ذكي يقلل الرفض.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الإشعارات والحساب
إبقاء العميل على اطلاع دون أن يسأل، وإدارة حسابه وتاريخه بسهولة.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التواصل ودعم الإنجليزية
استفسار داخل سياق الطلب بدل المكالمات، والتطبيق جاهز للإنجليزية من البداية.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Journey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MVP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decisions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v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d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تحلي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oject Aud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xecutive Summa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nflic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معماري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ystem Architec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upabase m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nformation Architec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orkflow Eng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ersion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RD co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RD modu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ermiss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ead pipe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cuments &amp; Notifica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نظام التصميم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sign toke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mpone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dmin Deskt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تسجيل الدخو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لوحة التحكم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قائمة العملا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ملف العميل 360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حساب العميل في التطبي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عملاء المحتملو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تفاصيل العميل المحتم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كتالوج الخدمات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تفاصيل الخدم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orkflow Bui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orkflow Bui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orkflow Bui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تفاصيل طلب الخدم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مسار الطلب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إدارة المستندات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إدارة المهام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تسويق العقاري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تفاصيل العقار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تأمي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وثيقة التأمي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تأسيس الشركات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قروض التجاري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مدفوعات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تقارير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موظفو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أدوار والصلاحيات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مركز الإشعارات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إعدادات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sponsi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sponsive tab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ame screen 3 siz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لوحة التحكم — Tabl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عملاء والطلب — Tabl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orkflow Builder — Tabl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إدارة على الموبايل (1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إدارة على الموبايل (2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إدارة على الموبايل (3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lient Ap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قلب تجربة العمي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تسجيل والدخو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طلب خدم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متابعة الطلب والمستندات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إشعارات والحساب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التواصل ودعم الإنجليزي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Journe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live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as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V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is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pen decis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los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73</Slides>
  <Notes>73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</vt:vector>
  </TitlesOfParts>
  <Company>SSO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SSO — System Product Design</dc:title>
  <dc:subject>Analysis, Architecture, Product &amp; UX/UI Plan</dc:subject>
  <dc:creator>SSO · Sara Soliman</dc:creator>
  <cp:lastModifiedBy>SSO · Sara Soliman</cp:lastModifiedBy>
  <cp:revision>1</cp:revision>
  <dcterms:created xsi:type="dcterms:W3CDTF">2026-10-07T21:14:43Z</dcterms:created>
  <dcterms:modified xsi:type="dcterms:W3CDTF">2026-10-07T21:14:43Z</dcterms:modified>
</cp:coreProperties>
</file>